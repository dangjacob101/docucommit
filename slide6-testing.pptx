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/ WHAT WENT WELL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boundaries, real tests.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109728" cy="749808"/>
          </a:xfrm>
          <a:prstGeom prst="rect">
            <a:avLst/>
          </a:prstGeom>
          <a:solidFill>
            <a:srgbClr val="5B86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084832"/>
            <a:ext cx="5833872" cy="749808"/>
          </a:xfrm>
          <a:prstGeom prst="roundRect">
            <a:avLst>
              <a:gd name="adj" fmla="val 7317"/>
            </a:avLst>
          </a:prstGeom>
          <a:solidFill>
            <a:srgbClr val="E5EC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762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views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DiffViewer · ConflictResolver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09728" cy="749808"/>
          </a:xfrm>
          <a:prstGeom prst="rect">
            <a:avLst/>
          </a:prstGeom>
          <a:solidFill>
            <a:srgbClr val="3F9A8E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999232"/>
            <a:ext cx="5833872" cy="749808"/>
          </a:xfrm>
          <a:prstGeom prst="roundRect">
            <a:avLst>
              <a:gd name="adj" fmla="val 7317"/>
            </a:avLst>
          </a:prstGeom>
          <a:solidFill>
            <a:srgbClr val="DEEAE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906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· branches · merge · auth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109728" cy="749808"/>
          </a:xfrm>
          <a:prstGeom prst="rect">
            <a:avLst/>
          </a:prstGeom>
          <a:solidFill>
            <a:srgbClr val="B543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3913632"/>
            <a:ext cx="5833872" cy="749808"/>
          </a:xfrm>
          <a:prstGeom prst="roundRect">
            <a:avLst>
              <a:gd name="adj" fmla="val 7317"/>
            </a:avLst>
          </a:prstGeom>
          <a:solidFill>
            <a:srgbClr val="F2DED7"/>
          </a:solidFill>
          <a:ln w="19050">
            <a:solidFill>
              <a:srgbClr val="B543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050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algorithms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engine · Merge engine  →  testable in isolation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109728" cy="749808"/>
          </a:xfrm>
          <a:prstGeom prst="rect">
            <a:avLst/>
          </a:prstGeom>
          <a:solidFill>
            <a:srgbClr val="C2A2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4828032"/>
            <a:ext cx="5833872" cy="749808"/>
          </a:xfrm>
          <a:prstGeom prst="roundRect">
            <a:avLst>
              <a:gd name="adj" fmla="val 7317"/>
            </a:avLst>
          </a:prstGeom>
          <a:solidFill>
            <a:srgbClr val="EEE6D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9194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models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· Project · Document · Branch · Commit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can change and routes can validate — but the diff and merge engines are pure functions, so I can test them without Flask, a database, or a browser.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20840" y="1691640"/>
            <a:ext cx="0" cy="4480560"/>
          </a:xfrm>
          <a:prstGeom prst="line">
            <a:avLst/>
          </a:prstGeom>
          <a:noFill/>
          <a:ln w="12700">
            <a:solidFill>
              <a:srgbClr val="DAD3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193852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8600" dirty="0"/>
          </a:p>
        </p:txBody>
      </p:sp>
      <p:sp>
        <p:nvSpPr>
          <p:cNvPr id="25" name="Text 23"/>
          <p:cNvSpPr/>
          <p:nvPr/>
        </p:nvSpPr>
        <p:spPr>
          <a:xfrm>
            <a:off x="864108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tests</a:t>
            </a:r>
            <a:pPr indent="0" marL="0">
              <a:buNone/>
            </a:pPr>
            <a:r>
              <a:rPr lang="en-US" sz="15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all green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flipV="1">
            <a:off x="8321040" y="3246120"/>
            <a:ext cx="2194560" cy="566928"/>
          </a:xfrm>
          <a:prstGeom prst="trapezoid">
            <a:avLst/>
          </a:prstGeom>
          <a:solidFill>
            <a:srgbClr val="184E4F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3246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  </a:t>
            </a:r>
            <a:pPr algn="ctr" indent="0" marL="0">
              <a:buNone/>
            </a:pPr>
            <a:r>
              <a:rPr lang="en-US" sz="9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browser flows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7726680" y="3922776"/>
            <a:ext cx="3383280" cy="566928"/>
          </a:xfrm>
          <a:prstGeom prst="trapezoid">
            <a:avLst/>
          </a:prstGeom>
          <a:solidFill>
            <a:srgbClr val="1F6F70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39227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  </a:t>
            </a:r>
            <a:pPr algn="ctr" indent="0" marL="0">
              <a:buNone/>
            </a:pPr>
            <a:r>
              <a:rPr lang="en-US" sz="9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API edge cases — deleted docs, huge pastes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7132320" y="4599432"/>
            <a:ext cx="4572000" cy="566928"/>
          </a:xfrm>
          <a:prstGeom prst="trapezoid">
            <a:avLst/>
          </a:prstGeom>
          <a:solidFill>
            <a:srgbClr val="3F9A8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45994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  </a:t>
            </a:r>
            <a:pPr algn="ctr" indent="0" marL="0">
              <a:buNone/>
            </a:pPr>
            <a:r>
              <a:rPr lang="en-US" sz="9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isolation · diff · merge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5385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uses an isolated test database — tests never touch real data.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2026-06-05T15:08:00Z</dcterms:created>
  <dcterms:modified xsi:type="dcterms:W3CDTF">2026-06-05T15:08:00Z</dcterms:modified>
</cp:coreProperties>
</file>